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GG" userId="2ef0070323731098" providerId="LiveId" clId="{03D29770-F4E3-41D5-98D5-0D2693271522}"/>
    <pc:docChg chg="undo custSel addSld modSld modMainMaster">
      <pc:chgData name="S GG" userId="2ef0070323731098" providerId="LiveId" clId="{03D29770-F4E3-41D5-98D5-0D2693271522}" dt="2026-02-04T07:12:17.656" v="1432" actId="1076"/>
      <pc:docMkLst>
        <pc:docMk/>
      </pc:docMkLst>
      <pc:sldChg chg="modSp mod">
        <pc:chgData name="S GG" userId="2ef0070323731098" providerId="LiveId" clId="{03D29770-F4E3-41D5-98D5-0D2693271522}" dt="2026-02-04T06:11:37.697" v="1063" actId="1076"/>
        <pc:sldMkLst>
          <pc:docMk/>
          <pc:sldMk cId="878101595" sldId="256"/>
        </pc:sldMkLst>
        <pc:spChg chg="mod">
          <ac:chgData name="S GG" userId="2ef0070323731098" providerId="LiveId" clId="{03D29770-F4E3-41D5-98D5-0D2693271522}" dt="2026-02-04T06:09:54.659" v="1057" actId="207"/>
          <ac:spMkLst>
            <pc:docMk/>
            <pc:sldMk cId="878101595" sldId="256"/>
            <ac:spMk id="4" creationId="{1D60AAA3-BFC5-AB48-66DD-A0B786627690}"/>
          </ac:spMkLst>
        </pc:spChg>
        <pc:spChg chg="mod">
          <ac:chgData name="S GG" userId="2ef0070323731098" providerId="LiveId" clId="{03D29770-F4E3-41D5-98D5-0D2693271522}" dt="2026-02-04T06:10:43.585" v="1059" actId="2711"/>
          <ac:spMkLst>
            <pc:docMk/>
            <pc:sldMk cId="878101595" sldId="256"/>
            <ac:spMk id="7" creationId="{0F99E7D9-2071-30D6-2BB1-D26E5273C073}"/>
          </ac:spMkLst>
        </pc:spChg>
        <pc:picChg chg="mod">
          <ac:chgData name="S GG" userId="2ef0070323731098" providerId="LiveId" clId="{03D29770-F4E3-41D5-98D5-0D2693271522}" dt="2026-02-04T06:11:37.697" v="1063" actId="1076"/>
          <ac:picMkLst>
            <pc:docMk/>
            <pc:sldMk cId="878101595" sldId="256"/>
            <ac:picMk id="6" creationId="{E0655122-263D-9750-D562-18BF2B3BD6B5}"/>
          </ac:picMkLst>
        </pc:picChg>
      </pc:sldChg>
      <pc:sldChg chg="modSp mod">
        <pc:chgData name="S GG" userId="2ef0070323731098" providerId="LiveId" clId="{03D29770-F4E3-41D5-98D5-0D2693271522}" dt="2026-02-04T06:24:42.176" v="1189" actId="207"/>
        <pc:sldMkLst>
          <pc:docMk/>
          <pc:sldMk cId="1063982936" sldId="257"/>
        </pc:sldMkLst>
        <pc:spChg chg="mod">
          <ac:chgData name="S GG" userId="2ef0070323731098" providerId="LiveId" clId="{03D29770-F4E3-41D5-98D5-0D2693271522}" dt="2026-02-04T06:12:53.494" v="1066" actId="207"/>
          <ac:spMkLst>
            <pc:docMk/>
            <pc:sldMk cId="1063982936" sldId="257"/>
            <ac:spMk id="11" creationId="{7C1D9A5F-776A-F222-860A-804AACA4A282}"/>
          </ac:spMkLst>
        </pc:spChg>
        <pc:spChg chg="mod">
          <ac:chgData name="S GG" userId="2ef0070323731098" providerId="LiveId" clId="{03D29770-F4E3-41D5-98D5-0D2693271522}" dt="2026-02-04T06:24:42.176" v="1189" actId="207"/>
          <ac:spMkLst>
            <pc:docMk/>
            <pc:sldMk cId="1063982936" sldId="257"/>
            <ac:spMk id="16" creationId="{9D116C93-7229-5092-C8DB-CD7F3EC1860B}"/>
          </ac:spMkLst>
        </pc:spChg>
      </pc:sldChg>
      <pc:sldChg chg="addSp delSp modSp mod">
        <pc:chgData name="S GG" userId="2ef0070323731098" providerId="LiveId" clId="{03D29770-F4E3-41D5-98D5-0D2693271522}" dt="2026-02-04T07:09:46.596" v="1418" actId="1076"/>
        <pc:sldMkLst>
          <pc:docMk/>
          <pc:sldMk cId="3598222781" sldId="259"/>
        </pc:sldMkLst>
        <pc:spChg chg="add">
          <ac:chgData name="S GG" userId="2ef0070323731098" providerId="LiveId" clId="{03D29770-F4E3-41D5-98D5-0D2693271522}" dt="2026-02-04T06:15:22.592" v="1078"/>
          <ac:spMkLst>
            <pc:docMk/>
            <pc:sldMk cId="3598222781" sldId="259"/>
            <ac:spMk id="2" creationId="{37B0996E-B6D5-F1C8-0614-AC4E2047F35A}"/>
          </ac:spMkLst>
        </pc:spChg>
        <pc:spChg chg="add">
          <ac:chgData name="S GG" userId="2ef0070323731098" providerId="LiveId" clId="{03D29770-F4E3-41D5-98D5-0D2693271522}" dt="2026-02-04T06:15:29.267" v="1081"/>
          <ac:spMkLst>
            <pc:docMk/>
            <pc:sldMk cId="3598222781" sldId="259"/>
            <ac:spMk id="5" creationId="{82721607-F840-73D0-1285-369530E61800}"/>
          </ac:spMkLst>
        </pc:spChg>
        <pc:spChg chg="add del mod">
          <ac:chgData name="S GG" userId="2ef0070323731098" providerId="LiveId" clId="{03D29770-F4E3-41D5-98D5-0D2693271522}" dt="2026-02-04T06:15:36.484" v="1083"/>
          <ac:spMkLst>
            <pc:docMk/>
            <pc:sldMk cId="3598222781" sldId="259"/>
            <ac:spMk id="8" creationId="{10EA9D41-AB9D-41EA-EF81-4ECD0D0F55A7}"/>
          </ac:spMkLst>
        </pc:spChg>
        <pc:spChg chg="add mod">
          <ac:chgData name="S GG" userId="2ef0070323731098" providerId="LiveId" clId="{03D29770-F4E3-41D5-98D5-0D2693271522}" dt="2026-02-04T07:09:46.596" v="1418" actId="1076"/>
          <ac:spMkLst>
            <pc:docMk/>
            <pc:sldMk cId="3598222781" sldId="259"/>
            <ac:spMk id="9" creationId="{B7A0AB4E-7404-CD7E-8FB5-986F819C9CAF}"/>
          </ac:spMkLst>
        </pc:spChg>
        <pc:spChg chg="mod">
          <ac:chgData name="S GG" userId="2ef0070323731098" providerId="LiveId" clId="{03D29770-F4E3-41D5-98D5-0D2693271522}" dt="2026-02-04T06:13:08.350" v="1067" actId="207"/>
          <ac:spMkLst>
            <pc:docMk/>
            <pc:sldMk cId="3598222781" sldId="259"/>
            <ac:spMk id="11" creationId="{81605556-24EE-C750-4A7F-D6B52C0B73FB}"/>
          </ac:spMkLst>
        </pc:spChg>
        <pc:spChg chg="del mod">
          <ac:chgData name="S GG" userId="2ef0070323731098" providerId="LiveId" clId="{03D29770-F4E3-41D5-98D5-0D2693271522}" dt="2026-02-04T06:15:34.418" v="1082" actId="478"/>
          <ac:spMkLst>
            <pc:docMk/>
            <pc:sldMk cId="3598222781" sldId="259"/>
            <ac:spMk id="13" creationId="{154DB0B8-2F03-6B99-1E56-B6308B0BBFAB}"/>
          </ac:spMkLst>
        </pc:spChg>
        <pc:picChg chg="add mod topLvl">
          <ac:chgData name="S GG" userId="2ef0070323731098" providerId="LiveId" clId="{03D29770-F4E3-41D5-98D5-0D2693271522}" dt="2026-01-30T06:39:34.027" v="1006" actId="1076"/>
          <ac:picMkLst>
            <pc:docMk/>
            <pc:sldMk cId="3598222781" sldId="259"/>
            <ac:picMk id="3" creationId="{4E9B1022-6E51-8AA5-5A3C-62BF35E1BDA3}"/>
          </ac:picMkLst>
        </pc:picChg>
        <pc:picChg chg="mod topLvl">
          <ac:chgData name="S GG" userId="2ef0070323731098" providerId="LiveId" clId="{03D29770-F4E3-41D5-98D5-0D2693271522}" dt="2026-01-30T06:39:26.406" v="1004" actId="1076"/>
          <ac:picMkLst>
            <pc:docMk/>
            <pc:sldMk cId="3598222781" sldId="259"/>
            <ac:picMk id="4" creationId="{94A6E0CE-10F4-C8E6-7D65-2414848F24B9}"/>
          </ac:picMkLst>
        </pc:picChg>
        <pc:picChg chg="mod topLvl">
          <ac:chgData name="S GG" userId="2ef0070323731098" providerId="LiveId" clId="{03D29770-F4E3-41D5-98D5-0D2693271522}" dt="2026-01-30T06:39:29.694" v="1005" actId="1076"/>
          <ac:picMkLst>
            <pc:docMk/>
            <pc:sldMk cId="3598222781" sldId="259"/>
            <ac:picMk id="6" creationId="{36FD214C-C8B2-62C5-7749-5837D84AD6DD}"/>
          </ac:picMkLst>
        </pc:picChg>
      </pc:sldChg>
      <pc:sldChg chg="addSp delSp modSp mod">
        <pc:chgData name="S GG" userId="2ef0070323731098" providerId="LiveId" clId="{03D29770-F4E3-41D5-98D5-0D2693271522}" dt="2026-02-04T07:10:21.154" v="1422" actId="1076"/>
        <pc:sldMkLst>
          <pc:docMk/>
          <pc:sldMk cId="1875362491" sldId="260"/>
        </pc:sldMkLst>
        <pc:spChg chg="mod">
          <ac:chgData name="S GG" userId="2ef0070323731098" providerId="LiveId" clId="{03D29770-F4E3-41D5-98D5-0D2693271522}" dt="2026-02-04T06:13:14.327" v="1068" actId="207"/>
          <ac:spMkLst>
            <pc:docMk/>
            <pc:sldMk cId="1875362491" sldId="260"/>
            <ac:spMk id="2" creationId="{B9AD40FD-5C0D-792D-F9C1-CB039E29E7EC}"/>
          </ac:spMkLst>
        </pc:spChg>
        <pc:spChg chg="add mod">
          <ac:chgData name="S GG" userId="2ef0070323731098" providerId="LiveId" clId="{03D29770-F4E3-41D5-98D5-0D2693271522}" dt="2026-02-04T07:10:21.154" v="1422" actId="1076"/>
          <ac:spMkLst>
            <pc:docMk/>
            <pc:sldMk cId="1875362491" sldId="260"/>
            <ac:spMk id="3" creationId="{0AA9FB6E-ED7F-3671-F56E-DFEE31A8D63B}"/>
          </ac:spMkLst>
        </pc:spChg>
        <pc:spChg chg="del mod">
          <ac:chgData name="S GG" userId="2ef0070323731098" providerId="LiveId" clId="{03D29770-F4E3-41D5-98D5-0D2693271522}" dt="2026-02-04T06:19:26.179" v="1122"/>
          <ac:spMkLst>
            <pc:docMk/>
            <pc:sldMk cId="1875362491" sldId="260"/>
            <ac:spMk id="4" creationId="{B5B08000-B36F-8A71-224B-27C5B5AD0B5A}"/>
          </ac:spMkLst>
        </pc:spChg>
        <pc:picChg chg="mod">
          <ac:chgData name="S GG" userId="2ef0070323731098" providerId="LiveId" clId="{03D29770-F4E3-41D5-98D5-0D2693271522}" dt="2026-01-29T13:01:54.245" v="996" actId="1076"/>
          <ac:picMkLst>
            <pc:docMk/>
            <pc:sldMk cId="1875362491" sldId="260"/>
            <ac:picMk id="6" creationId="{38AECF0F-05B8-D321-8074-C236762EBD1B}"/>
          </ac:picMkLst>
        </pc:picChg>
        <pc:picChg chg="mod">
          <ac:chgData name="S GG" userId="2ef0070323731098" providerId="LiveId" clId="{03D29770-F4E3-41D5-98D5-0D2693271522}" dt="2026-01-29T13:01:46.516" v="995" actId="14100"/>
          <ac:picMkLst>
            <pc:docMk/>
            <pc:sldMk cId="1875362491" sldId="260"/>
            <ac:picMk id="8" creationId="{9A4FDB73-0BBA-D0BB-BD93-6D2DE7E16116}"/>
          </ac:picMkLst>
        </pc:picChg>
      </pc:sldChg>
      <pc:sldChg chg="addSp delSp modSp mod">
        <pc:chgData name="S GG" userId="2ef0070323731098" providerId="LiveId" clId="{03D29770-F4E3-41D5-98D5-0D2693271522}" dt="2026-02-04T07:10:47.904" v="1424" actId="1076"/>
        <pc:sldMkLst>
          <pc:docMk/>
          <pc:sldMk cId="1614140650" sldId="261"/>
        </pc:sldMkLst>
        <pc:spChg chg="mod">
          <ac:chgData name="S GG" userId="2ef0070323731098" providerId="LiveId" clId="{03D29770-F4E3-41D5-98D5-0D2693271522}" dt="2026-02-04T06:22:36.146" v="1157" actId="255"/>
          <ac:spMkLst>
            <pc:docMk/>
            <pc:sldMk cId="1614140650" sldId="261"/>
            <ac:spMk id="2" creationId="{971CAD87-1F2E-2390-9B7B-FDEC18B540CC}"/>
          </ac:spMkLst>
        </pc:spChg>
        <pc:spChg chg="add mod">
          <ac:chgData name="S GG" userId="2ef0070323731098" providerId="LiveId" clId="{03D29770-F4E3-41D5-98D5-0D2693271522}" dt="2026-02-04T06:22:23.441" v="1153"/>
          <ac:spMkLst>
            <pc:docMk/>
            <pc:sldMk cId="1614140650" sldId="261"/>
            <ac:spMk id="3" creationId="{6ECA71FC-808A-4A51-2E1B-F78A0233761D}"/>
          </ac:spMkLst>
        </pc:spChg>
        <pc:spChg chg="add del mod">
          <ac:chgData name="S GG" userId="2ef0070323731098" providerId="LiveId" clId="{03D29770-F4E3-41D5-98D5-0D2693271522}" dt="2026-02-04T06:22:25.578" v="1154"/>
          <ac:spMkLst>
            <pc:docMk/>
            <pc:sldMk cId="1614140650" sldId="261"/>
            <ac:spMk id="4" creationId="{E2E0A1BC-DA2E-7DC0-F430-53146FEC0176}"/>
          </ac:spMkLst>
        </pc:spChg>
        <pc:spChg chg="add mod">
          <ac:chgData name="S GG" userId="2ef0070323731098" providerId="LiveId" clId="{03D29770-F4E3-41D5-98D5-0D2693271522}" dt="2026-02-04T07:10:47.904" v="1424" actId="1076"/>
          <ac:spMkLst>
            <pc:docMk/>
            <pc:sldMk cId="1614140650" sldId="261"/>
            <ac:spMk id="5" creationId="{7B2CCD1B-CFA6-5B07-70FA-D79E806DE98D}"/>
          </ac:spMkLst>
        </pc:spChg>
      </pc:sldChg>
      <pc:sldChg chg="addSp delSp modSp mod">
        <pc:chgData name="S GG" userId="2ef0070323731098" providerId="LiveId" clId="{03D29770-F4E3-41D5-98D5-0D2693271522}" dt="2026-02-04T07:11:14.101" v="1426" actId="255"/>
        <pc:sldMkLst>
          <pc:docMk/>
          <pc:sldMk cId="2584886816" sldId="262"/>
        </pc:sldMkLst>
        <pc:spChg chg="mod">
          <ac:chgData name="S GG" userId="2ef0070323731098" providerId="LiveId" clId="{03D29770-F4E3-41D5-98D5-0D2693271522}" dt="2026-02-04T06:13:26.472" v="1070" actId="207"/>
          <ac:spMkLst>
            <pc:docMk/>
            <pc:sldMk cId="2584886816" sldId="262"/>
            <ac:spMk id="2" creationId="{7343E843-F391-590C-5710-D7E999DF4D1D}"/>
          </ac:spMkLst>
        </pc:spChg>
        <pc:spChg chg="add mod">
          <ac:chgData name="S GG" userId="2ef0070323731098" providerId="LiveId" clId="{03D29770-F4E3-41D5-98D5-0D2693271522}" dt="2026-02-04T07:11:14.101" v="1426" actId="255"/>
          <ac:spMkLst>
            <pc:docMk/>
            <pc:sldMk cId="2584886816" sldId="262"/>
            <ac:spMk id="3" creationId="{23FA5D60-9082-9927-48FC-2DBD54A18842}"/>
          </ac:spMkLst>
        </pc:spChg>
        <pc:spChg chg="del mod">
          <ac:chgData name="S GG" userId="2ef0070323731098" providerId="LiveId" clId="{03D29770-F4E3-41D5-98D5-0D2693271522}" dt="2026-02-04T06:26:37.951" v="1198"/>
          <ac:spMkLst>
            <pc:docMk/>
            <pc:sldMk cId="2584886816" sldId="262"/>
            <ac:spMk id="7" creationId="{954A83EF-EC4F-29BC-436B-D4DA23254692}"/>
          </ac:spMkLst>
        </pc:spChg>
        <pc:picChg chg="mod">
          <ac:chgData name="S GG" userId="2ef0070323731098" providerId="LiveId" clId="{03D29770-F4E3-41D5-98D5-0D2693271522}" dt="2026-02-04T06:28:34.339" v="1226" actId="1076"/>
          <ac:picMkLst>
            <pc:docMk/>
            <pc:sldMk cId="2584886816" sldId="262"/>
            <ac:picMk id="9" creationId="{AE649B83-7738-1B4E-4395-DB99D7CAB73A}"/>
          </ac:picMkLst>
        </pc:picChg>
      </pc:sldChg>
      <pc:sldChg chg="addSp delSp modSp mod">
        <pc:chgData name="S GG" userId="2ef0070323731098" providerId="LiveId" clId="{03D29770-F4E3-41D5-98D5-0D2693271522}" dt="2026-02-04T07:11:35.974" v="1428" actId="1076"/>
        <pc:sldMkLst>
          <pc:docMk/>
          <pc:sldMk cId="2387765350" sldId="263"/>
        </pc:sldMkLst>
        <pc:spChg chg="mod">
          <ac:chgData name="S GG" userId="2ef0070323731098" providerId="LiveId" clId="{03D29770-F4E3-41D5-98D5-0D2693271522}" dt="2026-02-04T06:13:31.738" v="1071" actId="207"/>
          <ac:spMkLst>
            <pc:docMk/>
            <pc:sldMk cId="2387765350" sldId="263"/>
            <ac:spMk id="2" creationId="{6E9C34CB-82E5-0FB1-27A9-1521576DB104}"/>
          </ac:spMkLst>
        </pc:spChg>
        <pc:spChg chg="add">
          <ac:chgData name="S GG" userId="2ef0070323731098" providerId="LiveId" clId="{03D29770-F4E3-41D5-98D5-0D2693271522}" dt="2026-02-04T06:32:40.562" v="1230"/>
          <ac:spMkLst>
            <pc:docMk/>
            <pc:sldMk cId="2387765350" sldId="263"/>
            <ac:spMk id="3" creationId="{6735AF3B-EA21-DE93-202A-743A2254886E}"/>
          </ac:spMkLst>
        </pc:spChg>
        <pc:spChg chg="add mod">
          <ac:chgData name="S GG" userId="2ef0070323731098" providerId="LiveId" clId="{03D29770-F4E3-41D5-98D5-0D2693271522}" dt="2026-02-04T07:11:35.974" v="1428" actId="1076"/>
          <ac:spMkLst>
            <pc:docMk/>
            <pc:sldMk cId="2387765350" sldId="263"/>
            <ac:spMk id="4" creationId="{30E734C3-B5B7-F49F-2E42-BA8DEF71800D}"/>
          </ac:spMkLst>
        </pc:spChg>
        <pc:spChg chg="del mod">
          <ac:chgData name="S GG" userId="2ef0070323731098" providerId="LiveId" clId="{03D29770-F4E3-41D5-98D5-0D2693271522}" dt="2026-02-04T06:32:46.347" v="1232"/>
          <ac:spMkLst>
            <pc:docMk/>
            <pc:sldMk cId="2387765350" sldId="263"/>
            <ac:spMk id="17" creationId="{86BAB85E-0831-23AB-D18C-6E5508A04D30}"/>
          </ac:spMkLst>
        </pc:spChg>
      </pc:sldChg>
      <pc:sldChg chg="addSp delSp modSp mod">
        <pc:chgData name="S GG" userId="2ef0070323731098" providerId="LiveId" clId="{03D29770-F4E3-41D5-98D5-0D2693271522}" dt="2026-02-04T07:11:59.678" v="1430" actId="1076"/>
        <pc:sldMkLst>
          <pc:docMk/>
          <pc:sldMk cId="2641042778" sldId="264"/>
        </pc:sldMkLst>
        <pc:spChg chg="mod">
          <ac:chgData name="S GG" userId="2ef0070323731098" providerId="LiveId" clId="{03D29770-F4E3-41D5-98D5-0D2693271522}" dt="2026-02-04T06:59:08.911" v="1295" actId="1076"/>
          <ac:spMkLst>
            <pc:docMk/>
            <pc:sldMk cId="2641042778" sldId="264"/>
            <ac:spMk id="2" creationId="{F7E20E1E-3C69-3A3A-6DD7-3D76F28D499E}"/>
          </ac:spMkLst>
        </pc:spChg>
        <pc:spChg chg="add mod">
          <ac:chgData name="S GG" userId="2ef0070323731098" providerId="LiveId" clId="{03D29770-F4E3-41D5-98D5-0D2693271522}" dt="2026-02-04T07:11:59.678" v="1430" actId="1076"/>
          <ac:spMkLst>
            <pc:docMk/>
            <pc:sldMk cId="2641042778" sldId="264"/>
            <ac:spMk id="3" creationId="{DC3B38BC-4E87-AA9A-75EC-81A7D8D6A02A}"/>
          </ac:spMkLst>
        </pc:spChg>
        <pc:spChg chg="del mod">
          <ac:chgData name="S GG" userId="2ef0070323731098" providerId="LiveId" clId="{03D29770-F4E3-41D5-98D5-0D2693271522}" dt="2026-02-04T06:56:45.964" v="1263"/>
          <ac:spMkLst>
            <pc:docMk/>
            <pc:sldMk cId="2641042778" sldId="264"/>
            <ac:spMk id="9" creationId="{F74592BE-FF3E-8C46-4F64-BCC66DD9ACE8}"/>
          </ac:spMkLst>
        </pc:spChg>
        <pc:picChg chg="mod">
          <ac:chgData name="S GG" userId="2ef0070323731098" providerId="LiveId" clId="{03D29770-F4E3-41D5-98D5-0D2693271522}" dt="2026-02-04T06:58:56.932" v="1294" actId="1076"/>
          <ac:picMkLst>
            <pc:docMk/>
            <pc:sldMk cId="2641042778" sldId="264"/>
            <ac:picMk id="6" creationId="{ACF061C3-B763-A343-29D7-388A399B2F66}"/>
          </ac:picMkLst>
        </pc:picChg>
        <pc:picChg chg="mod">
          <ac:chgData name="S GG" userId="2ef0070323731098" providerId="LiveId" clId="{03D29770-F4E3-41D5-98D5-0D2693271522}" dt="2026-02-04T06:58:52.563" v="1293" actId="1076"/>
          <ac:picMkLst>
            <pc:docMk/>
            <pc:sldMk cId="2641042778" sldId="264"/>
            <ac:picMk id="8" creationId="{C2691A44-864B-A58F-73F1-9E30C27C24BC}"/>
          </ac:picMkLst>
        </pc:picChg>
      </pc:sldChg>
      <pc:sldChg chg="addSp delSp modSp mod">
        <pc:chgData name="S GG" userId="2ef0070323731098" providerId="LiveId" clId="{03D29770-F4E3-41D5-98D5-0D2693271522}" dt="2026-02-04T07:12:17.656" v="1432" actId="1076"/>
        <pc:sldMkLst>
          <pc:docMk/>
          <pc:sldMk cId="2330759813" sldId="265"/>
        </pc:sldMkLst>
        <pc:spChg chg="mod">
          <ac:chgData name="S GG" userId="2ef0070323731098" providerId="LiveId" clId="{03D29770-F4E3-41D5-98D5-0D2693271522}" dt="2026-02-04T07:01:12.881" v="1324" actId="1076"/>
          <ac:spMkLst>
            <pc:docMk/>
            <pc:sldMk cId="2330759813" sldId="265"/>
            <ac:spMk id="2" creationId="{6F9DCD35-CB17-2556-C879-2862D834595F}"/>
          </ac:spMkLst>
        </pc:spChg>
        <pc:spChg chg="add mod">
          <ac:chgData name="S GG" userId="2ef0070323731098" providerId="LiveId" clId="{03D29770-F4E3-41D5-98D5-0D2693271522}" dt="2026-02-04T07:12:17.656" v="1432" actId="1076"/>
          <ac:spMkLst>
            <pc:docMk/>
            <pc:sldMk cId="2330759813" sldId="265"/>
            <ac:spMk id="3" creationId="{13D633AD-CBE4-D35F-ABC5-79C0659109E8}"/>
          </ac:spMkLst>
        </pc:spChg>
        <pc:spChg chg="del mod">
          <ac:chgData name="S GG" userId="2ef0070323731098" providerId="LiveId" clId="{03D29770-F4E3-41D5-98D5-0D2693271522}" dt="2026-02-04T06:59:53.698" v="1297"/>
          <ac:spMkLst>
            <pc:docMk/>
            <pc:sldMk cId="2330759813" sldId="265"/>
            <ac:spMk id="7" creationId="{68A3DF12-B1DD-8044-93FD-96106546AA8A}"/>
          </ac:spMkLst>
        </pc:spChg>
      </pc:sldChg>
      <pc:sldChg chg="addSp delSp modSp new mod modClrScheme chgLayout">
        <pc:chgData name="S GG" userId="2ef0070323731098" providerId="LiveId" clId="{03D29770-F4E3-41D5-98D5-0D2693271522}" dt="2026-02-04T07:03:12.463" v="1335" actId="207"/>
        <pc:sldMkLst>
          <pc:docMk/>
          <pc:sldMk cId="590657404" sldId="266"/>
        </pc:sldMkLst>
        <pc:spChg chg="add mod ord">
          <ac:chgData name="S GG" userId="2ef0070323731098" providerId="LiveId" clId="{03D29770-F4E3-41D5-98D5-0D2693271522}" dt="2026-02-04T06:13:52.993" v="1074" actId="207"/>
          <ac:spMkLst>
            <pc:docMk/>
            <pc:sldMk cId="590657404" sldId="266"/>
            <ac:spMk id="4" creationId="{B98C3E1C-FBCC-D3F0-2074-136585945A5C}"/>
          </ac:spMkLst>
        </pc:spChg>
        <pc:spChg chg="add mod">
          <ac:chgData name="S GG" userId="2ef0070323731098" providerId="LiveId" clId="{03D29770-F4E3-41D5-98D5-0D2693271522}" dt="2026-02-04T07:03:12.463" v="1335" actId="207"/>
          <ac:spMkLst>
            <pc:docMk/>
            <pc:sldMk cId="590657404" sldId="266"/>
            <ac:spMk id="5" creationId="{8EA7333B-49F7-EC1A-E153-E30509C93584}"/>
          </ac:spMkLst>
        </pc:spChg>
      </pc:sldChg>
      <pc:sldChg chg="addSp delSp modSp new mod">
        <pc:chgData name="S GG" userId="2ef0070323731098" providerId="LiveId" clId="{03D29770-F4E3-41D5-98D5-0D2693271522}" dt="2026-02-04T07:03:29.273" v="1338" actId="207"/>
        <pc:sldMkLst>
          <pc:docMk/>
          <pc:sldMk cId="1562820548" sldId="267"/>
        </pc:sldMkLst>
        <pc:spChg chg="add mod">
          <ac:chgData name="S GG" userId="2ef0070323731098" providerId="LiveId" clId="{03D29770-F4E3-41D5-98D5-0D2693271522}" dt="2026-02-04T07:03:29.273" v="1338" actId="207"/>
          <ac:spMkLst>
            <pc:docMk/>
            <pc:sldMk cId="1562820548" sldId="267"/>
            <ac:spMk id="7" creationId="{BAABC499-4F13-3066-6C0C-F73438C5A168}"/>
          </ac:spMkLst>
        </pc:spChg>
      </pc:sldChg>
      <pc:sldChg chg="addSp modSp new mod">
        <pc:chgData name="S GG" userId="2ef0070323731098" providerId="LiveId" clId="{03D29770-F4E3-41D5-98D5-0D2693271522}" dt="2026-02-04T07:03:46.252" v="1341" actId="207"/>
        <pc:sldMkLst>
          <pc:docMk/>
          <pc:sldMk cId="2685064590" sldId="268"/>
        </pc:sldMkLst>
        <pc:spChg chg="add mod">
          <ac:chgData name="S GG" userId="2ef0070323731098" providerId="LiveId" clId="{03D29770-F4E3-41D5-98D5-0D2693271522}" dt="2026-02-04T07:03:46.252" v="1341" actId="207"/>
          <ac:spMkLst>
            <pc:docMk/>
            <pc:sldMk cId="2685064590" sldId="268"/>
            <ac:spMk id="2" creationId="{B9F3129E-06CE-C315-4C94-8EB06383979B}"/>
          </ac:spMkLst>
        </pc:spChg>
      </pc:sldChg>
      <pc:sldChg chg="addSp modSp new mod">
        <pc:chgData name="S GG" userId="2ef0070323731098" providerId="LiveId" clId="{03D29770-F4E3-41D5-98D5-0D2693271522}" dt="2026-02-04T07:04:03.889" v="1344" actId="207"/>
        <pc:sldMkLst>
          <pc:docMk/>
          <pc:sldMk cId="2185363249" sldId="269"/>
        </pc:sldMkLst>
        <pc:spChg chg="add mod">
          <ac:chgData name="S GG" userId="2ef0070323731098" providerId="LiveId" clId="{03D29770-F4E3-41D5-98D5-0D2693271522}" dt="2026-02-04T07:04:03.889" v="1344" actId="207"/>
          <ac:spMkLst>
            <pc:docMk/>
            <pc:sldMk cId="2185363249" sldId="269"/>
            <ac:spMk id="2" creationId="{9B7A0309-F7F4-609E-ACCC-DAA70304C725}"/>
          </ac:spMkLst>
        </pc:spChg>
      </pc:sldChg>
      <pc:sldChg chg="addSp modSp new mod">
        <pc:chgData name="S GG" userId="2ef0070323731098" providerId="LiveId" clId="{03D29770-F4E3-41D5-98D5-0D2693271522}" dt="2026-02-04T07:02:34.778" v="1330" actId="207"/>
        <pc:sldMkLst>
          <pc:docMk/>
          <pc:sldMk cId="2150092194" sldId="270"/>
        </pc:sldMkLst>
        <pc:spChg chg="add mod">
          <ac:chgData name="S GG" userId="2ef0070323731098" providerId="LiveId" clId="{03D29770-F4E3-41D5-98D5-0D2693271522}" dt="2026-02-04T07:02:34.778" v="1330" actId="207"/>
          <ac:spMkLst>
            <pc:docMk/>
            <pc:sldMk cId="2150092194" sldId="270"/>
            <ac:spMk id="2" creationId="{3C54BF01-9389-6ED0-5E53-BA8D94BE019A}"/>
          </ac:spMkLst>
        </pc:spChg>
      </pc:sldChg>
      <pc:sldChg chg="addSp delSp modSp new mod modClrScheme chgLayout">
        <pc:chgData name="S GG" userId="2ef0070323731098" providerId="LiveId" clId="{03D29770-F4E3-41D5-98D5-0D2693271522}" dt="2026-02-04T07:04:34.355" v="1347" actId="207"/>
        <pc:sldMkLst>
          <pc:docMk/>
          <pc:sldMk cId="4293409246" sldId="271"/>
        </pc:sldMkLst>
        <pc:spChg chg="add mod">
          <ac:chgData name="S GG" userId="2ef0070323731098" providerId="LiveId" clId="{03D29770-F4E3-41D5-98D5-0D2693271522}" dt="2026-02-04T06:14:02.878" v="1075" actId="207"/>
          <ac:spMkLst>
            <pc:docMk/>
            <pc:sldMk cId="4293409246" sldId="271"/>
            <ac:spMk id="2" creationId="{1DF89DE8-165B-0188-D508-8CCE7C360972}"/>
          </ac:spMkLst>
        </pc:spChg>
        <pc:spChg chg="add mod">
          <ac:chgData name="S GG" userId="2ef0070323731098" providerId="LiveId" clId="{03D29770-F4E3-41D5-98D5-0D2693271522}" dt="2026-02-04T07:04:34.355" v="1347" actId="207"/>
          <ac:spMkLst>
            <pc:docMk/>
            <pc:sldMk cId="4293409246" sldId="271"/>
            <ac:spMk id="7" creationId="{E5958AAC-372F-9A7B-977E-5735F6FA2524}"/>
          </ac:spMkLst>
        </pc:spChg>
      </pc:sldChg>
      <pc:sldChg chg="addSp modSp new mod">
        <pc:chgData name="S GG" userId="2ef0070323731098" providerId="LiveId" clId="{03D29770-F4E3-41D5-98D5-0D2693271522}" dt="2026-02-04T07:06:06.947" v="1354" actId="207"/>
        <pc:sldMkLst>
          <pc:docMk/>
          <pc:sldMk cId="3009220736" sldId="272"/>
        </pc:sldMkLst>
        <pc:spChg chg="add mod">
          <ac:chgData name="S GG" userId="2ef0070323731098" providerId="LiveId" clId="{03D29770-F4E3-41D5-98D5-0D2693271522}" dt="2026-02-04T07:06:06.947" v="1354" actId="207"/>
          <ac:spMkLst>
            <pc:docMk/>
            <pc:sldMk cId="3009220736" sldId="272"/>
            <ac:spMk id="3" creationId="{00139BC0-BC79-06CD-46DD-D877092317E0}"/>
          </ac:spMkLst>
        </pc:spChg>
      </pc:sldChg>
      <pc:sldChg chg="addSp delSp modSp new mod modClrScheme chgLayout">
        <pc:chgData name="S GG" userId="2ef0070323731098" providerId="LiveId" clId="{03D29770-F4E3-41D5-98D5-0D2693271522}" dt="2026-02-04T07:05:46.442" v="1353" actId="13822"/>
        <pc:sldMkLst>
          <pc:docMk/>
          <pc:sldMk cId="3675518496" sldId="273"/>
        </pc:sldMkLst>
        <pc:spChg chg="add mod">
          <ac:chgData name="S GG" userId="2ef0070323731098" providerId="LiveId" clId="{03D29770-F4E3-41D5-98D5-0D2693271522}" dt="2026-02-04T07:05:06.563" v="1351" actId="207"/>
          <ac:spMkLst>
            <pc:docMk/>
            <pc:sldMk cId="3675518496" sldId="273"/>
            <ac:spMk id="7" creationId="{F315CA43-C482-E628-C4D5-5BF0EC0E1163}"/>
          </ac:spMkLst>
        </pc:spChg>
        <pc:spChg chg="add mod">
          <ac:chgData name="S GG" userId="2ef0070323731098" providerId="LiveId" clId="{03D29770-F4E3-41D5-98D5-0D2693271522}" dt="2026-02-04T07:05:11.454" v="1352" actId="207"/>
          <ac:spMkLst>
            <pc:docMk/>
            <pc:sldMk cId="3675518496" sldId="273"/>
            <ac:spMk id="8" creationId="{52C71ADC-5445-8CD9-4820-8E25E4412991}"/>
          </ac:spMkLst>
        </pc:spChg>
        <pc:cxnChg chg="add mod">
          <ac:chgData name="S GG" userId="2ef0070323731098" providerId="LiveId" clId="{03D29770-F4E3-41D5-98D5-0D2693271522}" dt="2026-02-04T07:05:46.442" v="1353" actId="13822"/>
          <ac:cxnSpMkLst>
            <pc:docMk/>
            <pc:sldMk cId="3675518496" sldId="273"/>
            <ac:cxnSpMk id="10" creationId="{1C410583-5589-8527-2325-96B70623AAD5}"/>
          </ac:cxnSpMkLst>
        </pc:cxnChg>
      </pc:sldChg>
      <pc:sldChg chg="addSp delSp modSp new mod">
        <pc:chgData name="S GG" userId="2ef0070323731098" providerId="LiveId" clId="{03D29770-F4E3-41D5-98D5-0D2693271522}" dt="2026-02-04T07:09:02.608" v="1416" actId="1076"/>
        <pc:sldMkLst>
          <pc:docMk/>
          <pc:sldMk cId="1936285991" sldId="274"/>
        </pc:sldMkLst>
        <pc:spChg chg="mod">
          <ac:chgData name="S GG" userId="2ef0070323731098" providerId="LiveId" clId="{03D29770-F4E3-41D5-98D5-0D2693271522}" dt="2026-02-04T07:06:27.188" v="1357" actId="207"/>
          <ac:spMkLst>
            <pc:docMk/>
            <pc:sldMk cId="1936285991" sldId="274"/>
            <ac:spMk id="3" creationId="{8A7FCF20-8D59-D637-544B-E1ED09F8467C}"/>
          </ac:spMkLst>
        </pc:spChg>
        <pc:spChg chg="mod">
          <ac:chgData name="S GG" userId="2ef0070323731098" providerId="LiveId" clId="{03D29770-F4E3-41D5-98D5-0D2693271522}" dt="2026-02-04T07:08:48.455" v="1414" actId="1076"/>
          <ac:spMkLst>
            <pc:docMk/>
            <pc:sldMk cId="1936285991" sldId="274"/>
            <ac:spMk id="4" creationId="{E327117D-8C27-FA39-EEF3-4B904AE99895}"/>
          </ac:spMkLst>
        </pc:spChg>
        <pc:cxnChg chg="add mod">
          <ac:chgData name="S GG" userId="2ef0070323731098" providerId="LiveId" clId="{03D29770-F4E3-41D5-98D5-0D2693271522}" dt="2026-02-04T07:09:02.608" v="1416" actId="1076"/>
          <ac:cxnSpMkLst>
            <pc:docMk/>
            <pc:sldMk cId="1936285991" sldId="274"/>
            <ac:cxnSpMk id="5" creationId="{34E6FAAF-035C-2358-3E00-8D1F02781332}"/>
          </ac:cxnSpMkLst>
        </pc:cxnChg>
      </pc:sldChg>
      <pc:sldChg chg="addSp delSp modSp new mod">
        <pc:chgData name="S GG" userId="2ef0070323731098" providerId="LiveId" clId="{03D29770-F4E3-41D5-98D5-0D2693271522}" dt="2026-02-04T07:08:30.925" v="1412" actId="1076"/>
        <pc:sldMkLst>
          <pc:docMk/>
          <pc:sldMk cId="3779631775" sldId="275"/>
        </pc:sldMkLst>
        <pc:spChg chg="mod">
          <ac:chgData name="S GG" userId="2ef0070323731098" providerId="LiveId" clId="{03D29770-F4E3-41D5-98D5-0D2693271522}" dt="2026-02-04T07:07:55.269" v="1405" actId="207"/>
          <ac:spMkLst>
            <pc:docMk/>
            <pc:sldMk cId="3779631775" sldId="275"/>
            <ac:spMk id="3" creationId="{D35516C4-4431-F46F-451E-DA67FE2E8E3B}"/>
          </ac:spMkLst>
        </pc:spChg>
        <pc:spChg chg="mod">
          <ac:chgData name="S GG" userId="2ef0070323731098" providerId="LiveId" clId="{03D29770-F4E3-41D5-98D5-0D2693271522}" dt="2026-02-04T07:07:59.642" v="1406" actId="207"/>
          <ac:spMkLst>
            <pc:docMk/>
            <pc:sldMk cId="3779631775" sldId="275"/>
            <ac:spMk id="4" creationId="{1856EE43-9A01-362E-0C58-DC8C6360745F}"/>
          </ac:spMkLst>
        </pc:spChg>
        <pc:cxnChg chg="add mod">
          <ac:chgData name="S GG" userId="2ef0070323731098" providerId="LiveId" clId="{03D29770-F4E3-41D5-98D5-0D2693271522}" dt="2026-02-04T07:08:30.925" v="1412" actId="1076"/>
          <ac:cxnSpMkLst>
            <pc:docMk/>
            <pc:sldMk cId="3779631775" sldId="275"/>
            <ac:cxnSpMk id="5" creationId="{88BA6569-928E-AD65-CBE2-220EEAC08D73}"/>
          </ac:cxnSpMkLst>
        </pc:cxnChg>
      </pc:sldChg>
      <pc:sldChg chg="addSp modSp new mod">
        <pc:chgData name="S GG" userId="2ef0070323731098" providerId="LiveId" clId="{03D29770-F4E3-41D5-98D5-0D2693271522}" dt="2026-02-04T06:14:25.849" v="1077" actId="207"/>
        <pc:sldMkLst>
          <pc:docMk/>
          <pc:sldMk cId="565156479" sldId="276"/>
        </pc:sldMkLst>
        <pc:spChg chg="mod">
          <ac:chgData name="S GG" userId="2ef0070323731098" providerId="LiveId" clId="{03D29770-F4E3-41D5-98D5-0D2693271522}" dt="2026-02-04T06:14:17.405" v="1076" actId="207"/>
          <ac:spMkLst>
            <pc:docMk/>
            <pc:sldMk cId="565156479" sldId="276"/>
            <ac:spMk id="2" creationId="{17A6BFA7-97BF-7EC1-0FBE-BA11DC5280DE}"/>
          </ac:spMkLst>
        </pc:spChg>
        <pc:spChg chg="add mod">
          <ac:chgData name="S GG" userId="2ef0070323731098" providerId="LiveId" clId="{03D29770-F4E3-41D5-98D5-0D2693271522}" dt="2026-02-04T06:14:25.849" v="1077" actId="207"/>
          <ac:spMkLst>
            <pc:docMk/>
            <pc:sldMk cId="565156479" sldId="276"/>
            <ac:spMk id="4" creationId="{9D227687-12EF-601A-B0DA-4BB74A61AFA9}"/>
          </ac:spMkLst>
        </pc:spChg>
      </pc:sldChg>
      <pc:sldMasterChg chg="addSp delSp modSp mod">
        <pc:chgData name="S GG" userId="2ef0070323731098" providerId="LiveId" clId="{03D29770-F4E3-41D5-98D5-0D2693271522}" dt="2026-02-04T06:08:42.200" v="1054" actId="14100"/>
        <pc:sldMasterMkLst>
          <pc:docMk/>
          <pc:sldMasterMk cId="1497852367" sldId="2147483648"/>
        </pc:sldMasterMkLst>
        <pc:picChg chg="add del">
          <ac:chgData name="S GG" userId="2ef0070323731098" providerId="LiveId" clId="{03D29770-F4E3-41D5-98D5-0D2693271522}" dt="2026-02-04T06:08:21.987" v="1050" actId="478"/>
          <ac:picMkLst>
            <pc:docMk/>
            <pc:sldMasterMk cId="1497852367" sldId="2147483648"/>
            <ac:picMk id="8" creationId="{DDB9AA78-2B49-E8E7-8FCC-BA1873F66F45}"/>
          </ac:picMkLst>
        </pc:picChg>
        <pc:picChg chg="add mod ord">
          <ac:chgData name="S GG" userId="2ef0070323731098" providerId="LiveId" clId="{03D29770-F4E3-41D5-98D5-0D2693271522}" dt="2026-02-04T05:59:24.036" v="1033" actId="14100"/>
          <ac:picMkLst>
            <pc:docMk/>
            <pc:sldMasterMk cId="1497852367" sldId="2147483648"/>
            <ac:picMk id="9" creationId="{72BA19CC-5A2B-F624-367D-7460B1B4869B}"/>
          </ac:picMkLst>
        </pc:picChg>
        <pc:picChg chg="add mod ord">
          <ac:chgData name="S GG" userId="2ef0070323731098" providerId="LiveId" clId="{03D29770-F4E3-41D5-98D5-0D2693271522}" dt="2026-02-04T06:01:10.451" v="1048" actId="14100"/>
          <ac:picMkLst>
            <pc:docMk/>
            <pc:sldMasterMk cId="1497852367" sldId="2147483648"/>
            <ac:picMk id="11" creationId="{45336AAD-ED9F-40A6-6550-8F4C8ABFF1A1}"/>
          </ac:picMkLst>
        </pc:picChg>
        <pc:picChg chg="add mod">
          <ac:chgData name="S GG" userId="2ef0070323731098" providerId="LiveId" clId="{03D29770-F4E3-41D5-98D5-0D2693271522}" dt="2026-02-04T06:08:42.200" v="1054" actId="14100"/>
          <ac:picMkLst>
            <pc:docMk/>
            <pc:sldMasterMk cId="1497852367" sldId="2147483648"/>
            <ac:picMk id="13" creationId="{C2808F78-DABE-3C26-480D-71C14FC1B757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71A4C-6A4B-4FED-90F2-ABED7DB5D5C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E6780-225C-43F7-B394-82CD86A01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76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E6780-225C-43F7-B394-82CD86A01CF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84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C4A3-17AD-9F00-4DCF-AAEBC6AB8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3D58B-1FF5-4024-44D2-ACA34280E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1252C-D28A-A90C-5EF4-7576FC5C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3901C-0815-2960-9712-B16DE465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B3779-4E23-5C2A-4F31-5F832DA4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69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DDDD-DFDA-6416-207E-D083D080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47F9-7931-8665-52A7-2D483E2A6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F9BB2-E291-338E-4261-BF3E05ED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3F322-BDC0-5876-1849-D3239576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F1B62-CFFF-6578-0D4B-316A2201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31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CE8A-192B-FD05-A85D-3B6B57F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4F66F-223B-9852-49EC-E30EB51B9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5E528-D9BB-383F-3A3D-C3348CA4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DEB5E-AB0D-F4FC-EE78-A882FB47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3D304-9BE5-7818-0C9B-B499259C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297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DEDE-329C-5C25-FB8F-DE515053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5F697-6ED6-2181-F7C9-F964F42D7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A4268-C881-7C1B-9770-451CB1B7C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1D44F-C6AD-07CB-E7AC-6C189290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96B41-0A6D-E9AC-266D-1574B53F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96D4F-8A71-A1E8-E1BD-781DA717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76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0708-EBFA-850D-5035-8A2D700C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D2A04-9724-C8B1-92D6-AB3A51E18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99E5F-D199-61BB-A7EF-E6ADEA4E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039E8-C005-C3EC-8ECD-2DA6AB661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8DACA-873D-1957-C5B6-F90169C7A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79F690-3D21-A97F-7F17-2D8C3B83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DCAAD-90FA-7751-A9DA-EDD209B2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82669-A647-B4CB-95D8-9EE6827E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36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AB7A-4ADE-66BE-0D62-28177853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FFF59-1B93-C17C-9B23-C6EF12D0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19672-3F3B-65A8-BB05-3BF940A1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A6034-777E-6724-84F9-40E7A042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6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CCC09-586F-6299-79EE-A41DCE3B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4BD3C-47C8-FC9C-65E7-7AF51932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BEFDD-3684-E697-4FA8-77E4B0C3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77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3D27-10EA-0F83-76BC-0E1E399F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019D9-5E07-6A53-5E1D-17A55A9C6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8F8CB-D1AC-E226-5EC5-95149F32E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1C9C1-C305-B612-0DC2-E21153D87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66814-9295-E14D-FA5B-2573D668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918E0-C3A7-2899-3E56-2282D6FB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02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DC1A-8419-4078-8A0A-8C9710C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3D9F0-AA88-D518-87AA-DEC136955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D45B8-031F-B467-D03A-BA290B68F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AA011-6526-14D9-3D09-4DE998A6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F1C5C-0B63-1C38-F1E7-4C298CA1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F7EFC-49E0-902F-8755-92021C5D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72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BAC8-4D09-701B-D9B2-36CEA0BD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C447A-F5F9-2CA6-CB43-85D6D3816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A84F-1C9C-57A9-4D38-FEB5A252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98F10-BF41-71B1-532C-B5DF60C5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321A8-0CC0-7239-A1FA-77EF980F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76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F6A7C-1463-DAA3-FD06-14ADFBD65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5F0D4-CD66-9FBA-601F-4B9883886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0D930-4063-C5A5-5019-0F1F4A90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FA9E7-DB75-6681-DAE6-37F5C7DB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BDE52-5B06-A02C-C445-63BA6E81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34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78C1-B70D-5CB4-E921-273C1E32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DDB92-B413-2BD7-0DDB-BE1CB9B8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C288E-F93B-AA3B-ECF6-627A2D05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FC57D-C354-6987-34CF-1D29A23C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04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f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EE72A-7849-E98F-B91D-0D531995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94432-88C6-B946-4F3A-9600A525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120CD-CF98-2D01-56F6-EC5FC685F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8694C-E891-4289-A7EA-0E2A3DFF63E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AEAD5-CAAD-EB8F-5325-E8A081D2F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D85A2-9C57-025A-2391-AE3BAA870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A7707-6948-4168-9E13-CC3444C51564}" type="slidenum">
              <a:rPr lang="en-IN" smtClean="0"/>
              <a:t>‹#›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808F78-DABE-3C26-480D-71C14FC1B75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60AAA3-BFC5-AB48-66DD-A0B786627690}"/>
              </a:ext>
            </a:extLst>
          </p:cNvPr>
          <p:cNvSpPr txBox="1"/>
          <p:nvPr/>
        </p:nvSpPr>
        <p:spPr>
          <a:xfrm>
            <a:off x="549895" y="1965531"/>
            <a:ext cx="911257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GOOGLE ANALYTICS 4 (GA4) AND </a:t>
            </a:r>
          </a:p>
          <a:p>
            <a:r>
              <a:rPr lang="en-IN" sz="4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MARKETING PERFORMANCE ANALYSIS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655122-263D-9750-D562-18BF2B3BD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95" y="466203"/>
            <a:ext cx="3634671" cy="1111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99E7D9-2071-30D6-2BB1-D26E5273C073}"/>
              </a:ext>
            </a:extLst>
          </p:cNvPr>
          <p:cNvSpPr txBox="1"/>
          <p:nvPr/>
        </p:nvSpPr>
        <p:spPr>
          <a:xfrm>
            <a:off x="549895" y="5868577"/>
            <a:ext cx="5115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Submitted by: Sooraj Suresh</a:t>
            </a:r>
          </a:p>
        </p:txBody>
      </p:sp>
    </p:spTree>
    <p:extLst>
      <p:ext uri="{BB962C8B-B14F-4D97-AF65-F5344CB8AC3E}">
        <p14:creationId xmlns:p14="http://schemas.microsoft.com/office/powerpoint/2010/main" val="878101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C1D9A5F-776A-F222-860A-804AACA4A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555"/>
          </a:xfrm>
        </p:spPr>
        <p:txBody>
          <a:bodyPr>
            <a:normAutofit fontScale="90000"/>
          </a:bodyPr>
          <a:lstStyle/>
          <a:p>
            <a:pPr algn="ctr"/>
            <a:r>
              <a:rPr lang="en-IN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Executive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16C93-7229-5092-C8DB-CD7F3EC1860B}"/>
              </a:ext>
            </a:extLst>
          </p:cNvPr>
          <p:cNvSpPr txBox="1"/>
          <p:nvPr/>
        </p:nvSpPr>
        <p:spPr>
          <a:xfrm>
            <a:off x="669302" y="1196946"/>
            <a:ext cx="10963374" cy="500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Core Objective: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Bridging the gap between high-volume traffic and qualified lead generation.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The Lead Paradox: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While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Direct traffic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 provides the highest volume of new leads (over 500), it has one of the lowest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User Key Event Rates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The Conversion Engine: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Paid Social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 and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Cross-network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 channels demonstrate the highest conversion efficiency despite lower traffic volumes.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The Engagement Hurdle: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Massive drop-offs occur between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Page Views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 (129k+) and meaningful actions like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Scrolls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 (14k) or 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Form Starts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 (3k).</a:t>
            </a:r>
            <a:endParaRPr lang="en-IN" sz="2400" dirty="0">
              <a:solidFill>
                <a:schemeClr val="bg1">
                  <a:lumMod val="8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98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1605556-24EE-C750-4A7F-D6B52C0B7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64" y="311085"/>
            <a:ext cx="6593787" cy="491748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Acquisition overview – Traffic Drivers</a:t>
            </a:r>
            <a:endParaRPr lang="en-IN" sz="2800" dirty="0">
              <a:solidFill>
                <a:schemeClr val="accent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6E0CE-10F4-C8E6-7D65-2414848F2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17" y="2319057"/>
            <a:ext cx="4883084" cy="2177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FD214C-C8B2-62C5-7749-5837D84AD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17" y="4546072"/>
            <a:ext cx="4883084" cy="22482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9B1022-6E51-8AA5-5A3C-62BF35E1B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17" y="63633"/>
            <a:ext cx="4883084" cy="2205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B7A0AB4E-7404-CD7E-8FB5-986F819C9CA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30187" y="929749"/>
            <a:ext cx="6786497" cy="5492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Rounded MT Bold" panose="020F0704030504030204" pitchFamily="34" charset="0"/>
              </a:rPr>
              <a:t>Key Findings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Direct &amp; Organic Social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drive the highest traffic, showing strong brand awareness.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High-volume channels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underperform on conversions, indicating lower traffic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Paid Social &amp; Cross-network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deliver the best conversion rates despite low volume (high intent).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Organic Video &amp; Organic 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show the strongest engagement and consideration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Long-tail channels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bring low traffic but high quality, suggesting optimization or selective scaling</a:t>
            </a:r>
          </a:p>
        </p:txBody>
      </p:sp>
    </p:spTree>
    <p:extLst>
      <p:ext uri="{BB962C8B-B14F-4D97-AF65-F5344CB8AC3E}">
        <p14:creationId xmlns:p14="http://schemas.microsoft.com/office/powerpoint/2010/main" val="359822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40FD-5C0D-792D-F9C1-CB039E29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56" y="178344"/>
            <a:ext cx="5254439" cy="530225"/>
          </a:xfrm>
        </p:spPr>
        <p:txBody>
          <a:bodyPr>
            <a:noAutofit/>
          </a:bodyPr>
          <a:lstStyle/>
          <a:p>
            <a:r>
              <a:rPr lang="en-IN" sz="2800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Lead Acquisition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ECF0F-05B8-D321-8074-C236762EB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713" y="3364602"/>
            <a:ext cx="5254439" cy="34274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4FDB73-0BBA-D0BB-BD93-6D2DE7E16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713" y="65988"/>
            <a:ext cx="5254439" cy="31862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A9FB6E-ED7F-3671-F56E-DFEE31A8D63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0224" y="708839"/>
            <a:ext cx="5846808" cy="5984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Rounded MT Bold" panose="020F0704030504030204" pitchFamily="34" charset="0"/>
              </a:rPr>
              <a:t>Key Findings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Direct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drives the most leads but with lower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Organic 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offers the best balance of volume and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Paid channels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generate fewer but higher-quality leads (strong intent).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Low-volume channels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show very high quality, indicating scaling potential.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Organic Social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delivers moderate volume with inconsistent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Overall: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Growth is volume-led; quality-driven channels are underutilized.</a:t>
            </a:r>
          </a:p>
        </p:txBody>
      </p:sp>
    </p:spTree>
    <p:extLst>
      <p:ext uri="{BB962C8B-B14F-4D97-AF65-F5344CB8AC3E}">
        <p14:creationId xmlns:p14="http://schemas.microsoft.com/office/powerpoint/2010/main" val="187536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CAD87-1F2E-2390-9B7B-FDEC18B5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483" y="334652"/>
            <a:ext cx="5447890" cy="531812"/>
          </a:xfrm>
        </p:spPr>
        <p:txBody>
          <a:bodyPr>
            <a:normAutofit/>
          </a:bodyPr>
          <a:lstStyle/>
          <a:p>
            <a:r>
              <a:rPr lang="en-IN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Geographic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51BED-66DC-284C-F311-80D04BB87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482" y="3209024"/>
            <a:ext cx="4797090" cy="35285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F2F75F-447D-228D-AAC0-8B2EDD162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425" y="120401"/>
            <a:ext cx="4797090" cy="2962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B2CCD1B-CFA6-5B07-70FA-D79E806DE98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42785" y="1030819"/>
            <a:ext cx="6649285" cy="5492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Rounded MT Bold" panose="020F0704030504030204" pitchFamily="34" charset="0"/>
              </a:rPr>
              <a:t>Key Findings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India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dominates traffic and conversions (88%), making it the primary market.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United States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is the strongest secondary market with clear growth potential.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Other countries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contribute marginally, indicating early-stage presence.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Engagement and conversions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are concentrated in a few key geographies.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Opportunity: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Scale India and the US; selectively test localized strategies in other regions.</a:t>
            </a:r>
          </a:p>
        </p:txBody>
      </p:sp>
    </p:spTree>
    <p:extLst>
      <p:ext uri="{BB962C8B-B14F-4D97-AF65-F5344CB8AC3E}">
        <p14:creationId xmlns:p14="http://schemas.microsoft.com/office/powerpoint/2010/main" val="161414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3E843-F391-590C-5710-D7E999DF4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154" y="321425"/>
            <a:ext cx="4222406" cy="428920"/>
          </a:xfrm>
        </p:spPr>
        <p:txBody>
          <a:bodyPr>
            <a:noAutofit/>
          </a:bodyPr>
          <a:lstStyle/>
          <a:p>
            <a:r>
              <a:rPr lang="en-IN" sz="2800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Engagement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49B83-7738-1B4E-4395-DB99D7CAB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526" y="1520181"/>
            <a:ext cx="5609635" cy="3817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3FA5D60-9082-9927-48FC-2DBD54A1884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31839" y="928957"/>
            <a:ext cx="5972488" cy="50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Analysis starts from each user’s first active day to remove zero-activity bias.</a:t>
            </a:r>
            <a:endParaRPr lang="en-US" alt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Rounded MT Bold" panose="020F0704030504030204" pitchFamily="34" charset="0"/>
              </a:rPr>
              <a:t>Key Findings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Early engagement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is volatile, showing inconsistent initial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Periodic spikes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indicate campaign or content-driven activity.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Post mid-2024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, engagement stabilizes at a higher level.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Overall trend: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User engagement has matured from spikes to sustained interaction.</a:t>
            </a:r>
          </a:p>
        </p:txBody>
      </p:sp>
    </p:spTree>
    <p:extLst>
      <p:ext uri="{BB962C8B-B14F-4D97-AF65-F5344CB8AC3E}">
        <p14:creationId xmlns:p14="http://schemas.microsoft.com/office/powerpoint/2010/main" val="258488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34CB-82E5-0FB1-27A9-1521576D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81" y="345929"/>
            <a:ext cx="4946047" cy="531812"/>
          </a:xfrm>
        </p:spPr>
        <p:txBody>
          <a:bodyPr>
            <a:noAutofit/>
          </a:bodyPr>
          <a:lstStyle/>
          <a:p>
            <a:r>
              <a:rPr lang="en-IN" sz="2800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Events &amp; SEO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971C2-7F3D-A785-44B9-1E67BAE5B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941" y="3504416"/>
            <a:ext cx="5345234" cy="32236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486F44-228E-E0FE-828E-E905CA484E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941" y="129963"/>
            <a:ext cx="5345233" cy="32236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0E734C3-B5B7-F49F-2E42-BA8DEF71800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67306" y="1011163"/>
            <a:ext cx="6274896" cy="5492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Rounded MT Bold" panose="020F0704030504030204" pitchFamily="34" charset="0"/>
              </a:rPr>
              <a:t>Key Findings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Strong top-of-funnel: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High page views but sharp engagement drop, indicating passive consumption.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Conversion friction: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Form starts exceed submissions, pointing to UX or form issues.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Low lead yield: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Engagement is high, but lead generation remains limited.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SEO performance varies: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High-CTR keywords drive most clicks, showing strong relevance.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Optimization opportunity: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High-impression, low-CTR keywords need SERP and intent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38776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0E1E-3C69-3A3A-6DD7-3D76F28D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671" y="560895"/>
            <a:ext cx="3932237" cy="531812"/>
          </a:xfrm>
        </p:spPr>
        <p:txBody>
          <a:bodyPr/>
          <a:lstStyle/>
          <a:p>
            <a:pPr algn="ctr"/>
            <a:r>
              <a:rPr lang="en-IN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SEO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F061C3-B763-A343-29D7-388A399B2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997" y="3428999"/>
            <a:ext cx="5742439" cy="32655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691A44-864B-A58F-73F1-9E30C27C2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997" y="148098"/>
            <a:ext cx="5742440" cy="31265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C3B38BC-4E87-AA9A-75EC-81A7D8D6A02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33569" y="1326007"/>
            <a:ext cx="5742439" cy="450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Rounded MT Bold" panose="020F0704030504030204" pitchFamily="34" charset="0"/>
              </a:rPr>
              <a:t>Key Findings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Organic visibility is brand-led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, with “Data science academy” driving most impressions.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Branded and location-based queries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show very high CTR and strong intent.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Non-branded queries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have lower scale, indicating SEO growth potential.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Opportunity: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Scale non-branded/course keywords while protecting branded search.</a:t>
            </a:r>
          </a:p>
        </p:txBody>
      </p:sp>
    </p:spTree>
    <p:extLst>
      <p:ext uri="{BB962C8B-B14F-4D97-AF65-F5344CB8AC3E}">
        <p14:creationId xmlns:p14="http://schemas.microsoft.com/office/powerpoint/2010/main" val="2641042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CD35-CB17-2556-C879-2862D834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6" y="506691"/>
            <a:ext cx="5986020" cy="598602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Technology &amp; Devices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5A8954-23ED-E629-5522-E21A9E734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907" y="1353925"/>
            <a:ext cx="5621321" cy="4698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3D633AD-CBE4-D35F-ABC5-79C0659109E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11150" y="1351222"/>
            <a:ext cx="5784850" cy="50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Rounded MT Bold" panose="020F0704030504030204" pitchFamily="34" charset="0"/>
              </a:rPr>
              <a:t>Key Findings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Mobile dominates usage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, making a mobile-first experience critical.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Android leads mobile traffic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, requiring priority optimization.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Desktop (Windows)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remains relevant for research and form submissions.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Tablet &amp; Smart TV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 traffic is negligible and low priority.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User activity clusters around one mobile resolution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Rounded MT Bold" panose="020F0704030504030204" pitchFamily="34" charset="0"/>
              </a:rPr>
              <a:t>, reinforcing responsive design focus.</a:t>
            </a:r>
          </a:p>
        </p:txBody>
      </p:sp>
    </p:spTree>
    <p:extLst>
      <p:ext uri="{BB962C8B-B14F-4D97-AF65-F5344CB8AC3E}">
        <p14:creationId xmlns:p14="http://schemas.microsoft.com/office/powerpoint/2010/main" val="233075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8C3E1C-FBCC-D3F0-2074-13658594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78"/>
            <a:ext cx="10515600" cy="56812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STRATEGIC RECOMMENDATIONS FOR STAKEHOLDERS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7333B-49F7-EC1A-E153-E30509C93584}"/>
              </a:ext>
            </a:extLst>
          </p:cNvPr>
          <p:cNvSpPr txBox="1"/>
          <p:nvPr/>
        </p:nvSpPr>
        <p:spPr>
          <a:xfrm>
            <a:off x="487052" y="801279"/>
            <a:ext cx="1106078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Shift from Volume-Led to Quality-Led Growth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Rebalance acquisition strategy to prioritize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high-intent, high-conversion channels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(Paid Social, Paid Video, Cross-network) rather than over-relying on Direct and Organic Social.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Success metric should move from users/sessions → qualified leads &amp; key event rate.</a:t>
            </a:r>
          </a:p>
          <a:p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2.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Scale High-Efficiency Paid Channels in a Controlled Manner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Incrementally increase budgets for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Paid Social, Paid Video, and Cross-network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which show superior conversion efficiency despite low volumes.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Use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small A/B budget increments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to preserve lead quality while scaling.</a:t>
            </a:r>
          </a:p>
          <a:p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3.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Optimize Direct Traffic Conversion Paths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Direct traffic shows strong brand pull but weak conversion efficiency.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Landing page clarity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Above-the-fold CTAs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Trust signals (testimonials, placements, certifications)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Objective: convert existing brand demand more efficiently.</a:t>
            </a:r>
          </a:p>
          <a:p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57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ABC499-4F13-3066-6C0C-F73438C5A168}"/>
              </a:ext>
            </a:extLst>
          </p:cNvPr>
          <p:cNvSpPr txBox="1"/>
          <p:nvPr/>
        </p:nvSpPr>
        <p:spPr>
          <a:xfrm>
            <a:off x="352425" y="175856"/>
            <a:ext cx="11520000" cy="750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4.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Strengthen Organic Search as the Core Sustainable Channel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Organic Search offers the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best balance of volume + quality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Invest further in: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Non-branded, course-specific keywords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and decision-stage content (e.g., “Best data science course in India”)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Protect branded keywords while expanding non-branded reach.</a:t>
            </a:r>
          </a:p>
          <a:p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Fix Conversion Friction in the Lead Funnel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Large drop between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form starts and submissions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indicates UX barriers.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Recommended actions: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Reduce form fields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Enable autofill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 error handling &amp; load speed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Add progress indicators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is one of the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fastest ROI opportunities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Leverage Organic Video &amp; Content for Consideration-Stage Users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Organic Video and Organic Search users show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 engagement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Add: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Strong mid-content CTAs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Retargeting pixels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Lead magnets (brochures, webinars, demo classes)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Convert engagement into leads without increasing traffic spend.</a:t>
            </a:r>
          </a:p>
          <a:p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82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3129E-06CE-C315-4C94-8EB06383979B}"/>
              </a:ext>
            </a:extLst>
          </p:cNvPr>
          <p:cNvSpPr txBox="1"/>
          <p:nvPr/>
        </p:nvSpPr>
        <p:spPr>
          <a:xfrm>
            <a:off x="457200" y="117693"/>
            <a:ext cx="1134427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7.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Geo-Focused Growth Strategy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India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should remain the primary investment market due to dominant conversions.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United States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shows strong secondary potential: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Launch localized landing pages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Use US-specific testimonials, pricing, and time zones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Test light SEO &amp; paid pilots in Netherlands, UAE, and China before scaling.</a:t>
            </a:r>
          </a:p>
          <a:p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Mobile-First Conversion Optimization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With mobile (especially Android) dominating usage: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Optimize mobile load times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Redesign forms for thumb-friendly interaction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Ensure CTA visibility without scrolling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Desktop should still support research-heavy users, but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mobile is priority No : 1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b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9.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Exploit High-Impression, Low-CTR SEO Keywords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Keywords with high impressions but low CTR represent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immediate SEO wins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Title tags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Meta descriptions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Intent matching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improves clicks </a:t>
            </a:r>
            <a:r>
              <a:rPr lang="en-US" sz="1600" i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without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ranking improvements or extra cost.</a:t>
            </a:r>
          </a:p>
          <a:p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06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A0309-F7F4-609E-ACCC-DAA70304C725}"/>
              </a:ext>
            </a:extLst>
          </p:cNvPr>
          <p:cNvSpPr txBox="1"/>
          <p:nvPr/>
        </p:nvSpPr>
        <p:spPr>
          <a:xfrm>
            <a:off x="361950" y="266700"/>
            <a:ext cx="115157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Develop a Long-Tail Channel Optimization Strategy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Low-volume but high-quality channels should not be eliminated.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Instead: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Identify which audiences convert best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Replicate messaging in higher-volume channels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Gradually test scaling with strict CPL benchmarks</a:t>
            </a:r>
          </a:p>
          <a:p>
            <a:pPr lvl="2"/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Segment Reporting by Lead Quality, Not Just Leads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Introduce stakeholder dashboards that track: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Lead-to-conversion rate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Key event rate by channel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Cost per qualified lead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reframes success around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outcomes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not vanity metrics.</a:t>
            </a:r>
          </a:p>
          <a:p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12. </a:t>
            </a:r>
            <a:r>
              <a:rPr lang="en-IN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Improve Organic Social Targeting &amp; Messaging</a:t>
            </a:r>
          </a:p>
          <a:p>
            <a:endParaRPr lang="en-IN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Organic Social delivers volume but inconsistent quality.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Actions: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Align creatives with high-intent messaging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Use educational + outcome-driven content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Push traffic to dedicated landing pages, not generic pages</a:t>
            </a:r>
          </a:p>
          <a:p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36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54BF01-9389-6ED0-5E53-BA8D94BE019A}"/>
              </a:ext>
            </a:extLst>
          </p:cNvPr>
          <p:cNvSpPr txBox="1"/>
          <p:nvPr/>
        </p:nvSpPr>
        <p:spPr>
          <a:xfrm>
            <a:off x="428625" y="219075"/>
            <a:ext cx="10972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13. </a:t>
            </a:r>
            <a:r>
              <a:rPr lang="en-US" sz="1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Create a Clear Channel Investment Framework</a:t>
            </a:r>
          </a:p>
          <a:p>
            <a:endParaRPr lang="en-US" sz="16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Categorize channels into: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Scale channels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(Organic Search, Paid Video)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Optimize channels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(Direct, Organic Social)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Test &amp; grow channels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(Paid Social, Cross-network, Long-tail)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This gives leadership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clarity on budget allocation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and expectations.</a:t>
            </a:r>
          </a:p>
          <a:p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Current growth is driven by volume and brand strength, but the next phase of impact will come from scaling high-intent channels, fixing conversion friction, and prioritizing quality over traffic. With focused optimization, existing demand can deliver significantly higher ROI without proportional increases in spend.</a:t>
            </a:r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92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9DE8-165B-0188-D508-8CCE7C36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720725"/>
          </a:xfrm>
        </p:spPr>
        <p:txBody>
          <a:bodyPr>
            <a:normAutofit/>
          </a:bodyPr>
          <a:lstStyle/>
          <a:p>
            <a:pPr algn="ctr"/>
            <a:r>
              <a:rPr lang="en-US" sz="2800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KPI FRAMEWORK FOR EDUCATION / EDTECH WEBSITES</a:t>
            </a:r>
            <a:endParaRPr lang="en-IN" sz="2800" u="sng" dirty="0">
              <a:solidFill>
                <a:schemeClr val="accent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58AAC-372F-9A7B-977E-5735F6FA2524}"/>
              </a:ext>
            </a:extLst>
          </p:cNvPr>
          <p:cNvSpPr txBox="1"/>
          <p:nvPr/>
        </p:nvSpPr>
        <p:spPr>
          <a:xfrm>
            <a:off x="1066799" y="996166"/>
            <a:ext cx="8753475" cy="567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4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North-Star KPIs (Business Outcomes)</a:t>
            </a:r>
          </a:p>
          <a:p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Course </a:t>
            </a:r>
            <a:r>
              <a:rPr lang="en-IN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Enrollments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Final paid </a:t>
            </a:r>
            <a:r>
              <a:rPr lang="en-IN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enrollments</a:t>
            </a: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(or confirmed admissions)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Primary revenue driver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</a:t>
            </a: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Conversion Rate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Enrollments</a:t>
            </a: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÷ Qualified Leads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Measures funnel effectiveness, not just traffic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Cost per </a:t>
            </a:r>
            <a:r>
              <a:rPr lang="en-IN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</a:t>
            </a: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(CPE)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Total marketing spend ÷ </a:t>
            </a:r>
            <a:r>
              <a:rPr lang="en-IN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Enrollments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Critical for scaling paid channels safely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Revenue per </a:t>
            </a:r>
            <a:r>
              <a:rPr lang="en-IN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</a:t>
            </a: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(RPE)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Avg</a:t>
            </a: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 revenue generated per enrolled student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Helps balance discounting vs quality intake</a:t>
            </a:r>
          </a:p>
        </p:txBody>
      </p:sp>
    </p:spTree>
    <p:extLst>
      <p:ext uri="{BB962C8B-B14F-4D97-AF65-F5344CB8AC3E}">
        <p14:creationId xmlns:p14="http://schemas.microsoft.com/office/powerpoint/2010/main" val="4293409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139BC0-BC79-06CD-46DD-D877092317E0}"/>
              </a:ext>
            </a:extLst>
          </p:cNvPr>
          <p:cNvSpPr txBox="1"/>
          <p:nvPr/>
        </p:nvSpPr>
        <p:spPr>
          <a:xfrm>
            <a:off x="914400" y="303669"/>
            <a:ext cx="1018222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2. </a:t>
            </a:r>
            <a:r>
              <a:rPr lang="en-US" sz="24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Lead Quality KPIs</a:t>
            </a:r>
          </a:p>
          <a:p>
            <a:pPr>
              <a:buNone/>
            </a:pPr>
            <a:endParaRPr lang="en-US" b="1" u="sng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Qualified Lead Rate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 Qualified leads ÷ Total leads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 Separates intent-driven demand from noise</a:t>
            </a:r>
          </a:p>
          <a:p>
            <a:pPr lvl="1"/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Form Completion Rate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 Form submissions ÷ Form starts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 Immediate indicator of UX friction</a:t>
            </a:r>
          </a:p>
          <a:p>
            <a:pPr lvl="1"/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Lead-to-Enrollment Rate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 Enrollments ÷ Total leads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 Measures sales + marketing alignment</a:t>
            </a:r>
          </a:p>
          <a:p>
            <a:pPr lvl="1"/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Key Event Rate (High-Intent Actions)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 Percentage of users triggering key events (demo booked, brochure download)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2. Strong early signal of enrollment probability</a:t>
            </a:r>
          </a:p>
        </p:txBody>
      </p:sp>
    </p:spTree>
    <p:extLst>
      <p:ext uri="{BB962C8B-B14F-4D97-AF65-F5344CB8AC3E}">
        <p14:creationId xmlns:p14="http://schemas.microsoft.com/office/powerpoint/2010/main" val="300922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15CA43-C482-E628-C4D5-5BF0EC0E1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516731"/>
            <a:ext cx="5181600" cy="582453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3.  </a:t>
            </a:r>
            <a:r>
              <a:rPr lang="en-US" sz="2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Acquisition Channel KPIs</a:t>
            </a:r>
          </a:p>
          <a:p>
            <a:pPr>
              <a:buNone/>
            </a:pPr>
            <a:endParaRPr lang="en-US" sz="1600" b="1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Conversion Rate by Channel</a:t>
            </a: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Enrollments or qualified leads ÷ Channel sessions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Identifies high-intent channels worth scaling</a:t>
            </a:r>
          </a:p>
          <a:p>
            <a:pPr lvl="1"/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Cost per Qualified Lead (CPQL)</a:t>
            </a: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Spend ÷ Qualified leads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More meaningful than CPL in education</a:t>
            </a:r>
          </a:p>
          <a:p>
            <a:pPr lvl="1"/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Channel ROI</a:t>
            </a: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(Revenue − Spend) ÷ Spend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Stakeholder-ready performance metric</a:t>
            </a:r>
          </a:p>
          <a:p>
            <a:pPr>
              <a:buNone/>
            </a:pPr>
            <a:endParaRPr lang="en-US" sz="15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C71ADC-5445-8CD9-4820-8E25E4412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352425"/>
            <a:ext cx="6000750" cy="598884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br>
              <a:rPr lang="en-US" sz="15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4. </a:t>
            </a:r>
            <a:r>
              <a:rPr lang="en-US" sz="2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Engagement &amp; Consideration KPIs</a:t>
            </a:r>
          </a:p>
          <a:p>
            <a:pPr>
              <a:buNone/>
            </a:pPr>
            <a:endParaRPr lang="en-US" sz="17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Engaged Sessions per User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Measures depth of interaction, not just visits</a:t>
            </a:r>
          </a:p>
          <a:p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Average Engagement Time</a:t>
            </a: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Proxy for content relevance &amp; intent</a:t>
            </a:r>
          </a:p>
          <a:p>
            <a:pPr lvl="1"/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Return Visitor Rate</a:t>
            </a: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Percentage of users coming back before conversion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Strong predictor of enrollment likelihood</a:t>
            </a:r>
          </a:p>
          <a:p>
            <a:pPr lvl="1"/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Content-Assisted Conversion Rate</a:t>
            </a: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Enrollments influenced by blogs/videos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Justifies SEO &amp; content investment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410583-5589-8527-2325-96B70623AAD5}"/>
              </a:ext>
            </a:extLst>
          </p:cNvPr>
          <p:cNvCxnSpPr/>
          <p:nvPr/>
        </p:nvCxnSpPr>
        <p:spPr>
          <a:xfrm>
            <a:off x="5762625" y="0"/>
            <a:ext cx="0" cy="677227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8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CF20-8D59-D637-544B-E1ED09F84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7650" y="457200"/>
            <a:ext cx="5410200" cy="564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5. </a:t>
            </a:r>
            <a:r>
              <a:rPr lang="en-US" sz="24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SEO &amp; Demand Capture KPIs</a:t>
            </a:r>
          </a:p>
          <a:p>
            <a:pPr marL="0" indent="0">
              <a:buNone/>
            </a:pPr>
            <a:endParaRPr lang="en-US" sz="2400" b="1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Non-Branded Organic Traffic Growth</a:t>
            </a: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Measures scalable demand creation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Organic CTR (Top Keywords)</a:t>
            </a: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Clicks ÷ Impressions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High-impact, low-cost optimization lever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Share of Search (Brand vs Non-Brand)</a:t>
            </a: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Indicates brand strength and growth headroom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7117D-8C27-FA39-EEF3-4B904AE99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9252" y="457200"/>
            <a:ext cx="6286498" cy="4705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. </a:t>
            </a:r>
            <a:r>
              <a:rPr lang="en-US" sz="24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Geography &amp; Market Expansion KPIs</a:t>
            </a:r>
          </a:p>
          <a:p>
            <a:pPr marL="0" indent="0">
              <a:buNone/>
            </a:pPr>
            <a:endParaRPr lang="en-US" sz="2600" b="1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Enrollments by Geography</a:t>
            </a: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Identifies scalable regions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Geo-wise Conversion Rate</a:t>
            </a: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Ensures expansion is profitable, not just visible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Localized Page Conversion Rate</a:t>
            </a:r>
            <a:endParaRPr lang="en-US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US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Performance of country-specific landing pages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E6FAAF-035C-2358-3E00-8D1F02781332}"/>
              </a:ext>
            </a:extLst>
          </p:cNvPr>
          <p:cNvCxnSpPr>
            <a:cxnSpLocks/>
          </p:cNvCxnSpPr>
          <p:nvPr/>
        </p:nvCxnSpPr>
        <p:spPr>
          <a:xfrm>
            <a:off x="5657850" y="18000"/>
            <a:ext cx="0" cy="6840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285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516C4-4431-F46F-451E-DA67FE2E8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2925" y="573881"/>
            <a:ext cx="5181600" cy="5710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7. </a:t>
            </a:r>
            <a:r>
              <a:rPr lang="en-IN" sz="24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Device &amp; Experience KPIs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Mobile Conversion Rate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Must be benchmarked vs desktop</a:t>
            </a:r>
          </a:p>
          <a:p>
            <a:pPr marL="457200" lvl="1" indent="0">
              <a:buNone/>
            </a:pP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Mobile Form Drop-Off Rate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Diagnoses UX friction on dominant devices</a:t>
            </a:r>
          </a:p>
          <a:p>
            <a:pPr marL="457200" lvl="1" indent="0">
              <a:buNone/>
            </a:pP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Page Load Time (Mobile)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/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Directly impacts conversions &amp; SEO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6EE43-9A01-362E-0C58-DC8C63607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8901" y="573881"/>
            <a:ext cx="5562600" cy="5093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8. </a:t>
            </a:r>
            <a:r>
              <a:rPr lang="en-IN" sz="24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Retention &amp; Nurture KPIs</a:t>
            </a:r>
          </a:p>
          <a:p>
            <a:pPr marL="0" indent="0">
              <a:buNone/>
            </a:pPr>
            <a:endParaRPr lang="en-IN" sz="2400" b="1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Lead Nurture Conversion Rate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IN" sz="1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Enrollments</a:t>
            </a:r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from email/remarketing flows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Time to </a:t>
            </a:r>
            <a:r>
              <a:rPr lang="en-IN" sz="1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Days from first visit → </a:t>
            </a:r>
            <a:r>
              <a:rPr lang="en-IN" sz="1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Helps optimize follow-up cadence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Repeat Engagement Rate Before </a:t>
            </a:r>
            <a:r>
              <a:rPr lang="en-IN" sz="1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Enrollment</a:t>
            </a:r>
            <a:endParaRPr lang="en-IN" sz="1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IN" sz="1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Confirms maturity of decision-making journey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BA6569-928E-AD65-CBE2-220EEAC08D73}"/>
              </a:ext>
            </a:extLst>
          </p:cNvPr>
          <p:cNvCxnSpPr/>
          <p:nvPr/>
        </p:nvCxnSpPr>
        <p:spPr>
          <a:xfrm>
            <a:off x="5812116" y="0"/>
            <a:ext cx="0" cy="6768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631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BFA7-97BF-7EC1-0FBE-BA11DC52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79375"/>
            <a:ext cx="10515600" cy="593447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27687-12EF-601A-B0DA-4BB74A61AFA9}"/>
              </a:ext>
            </a:extLst>
          </p:cNvPr>
          <p:cNvSpPr txBox="1"/>
          <p:nvPr/>
        </p:nvSpPr>
        <p:spPr>
          <a:xfrm>
            <a:off x="752475" y="672822"/>
            <a:ext cx="11296650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Overall growth is currently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volume-led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driven by strong brand awareness and top-of-funnel traffic, particularly from Direct and Organic Social channels.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Traffic quality varies significantly by channel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with Paid, Cross-network, and Organic Search consistently delivering higher-intent users and stronger conversion efficiency.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Conversion friction exists within the lead funnel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especially between form starts and submissions, representing a high-impact opportunity to improve enrollments without increasing traffic spend.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India remains the core performance market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while the United States presents a clear, scalable secondary growth opportunity through localized strategies.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Engagement trends show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maturing user behavior over time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indicating improving retention and stronger consideration-stage interaction.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Future success depends on </a:t>
            </a:r>
            <a:r>
              <a:rPr lang="en-US" sz="1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shifting focus from traffic growth to quality-driven enrollments</a:t>
            </a:r>
            <a:r>
              <a:rPr lang="en-US" sz="1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, supported by clearly defined KPIs such as enrollment conversion rate, cost per enrollment, and qualified lead rate.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By optimizing high-intent channels, reducing conversion friction, and tracking success through enrollment-focused KPIs, the platform can drive sustainable, high-quality growth with improved marketing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565156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1802</Words>
  <Application>Microsoft Office PowerPoint</Application>
  <PresentationFormat>Widescreen</PresentationFormat>
  <Paragraphs>279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Executive Summary</vt:lpstr>
      <vt:lpstr>Acquisition overview – Traffic Drivers</vt:lpstr>
      <vt:lpstr>Lead Acquisition Overview</vt:lpstr>
      <vt:lpstr>Geographic Performance</vt:lpstr>
      <vt:lpstr>Engagement Overview</vt:lpstr>
      <vt:lpstr>Events &amp; SEO Performance</vt:lpstr>
      <vt:lpstr>SEO Performance</vt:lpstr>
      <vt:lpstr>Technology &amp; Devices Overview</vt:lpstr>
      <vt:lpstr>STRATEGIC RECOMMENDATIONS FOR STAKEHOLDERS</vt:lpstr>
      <vt:lpstr>PowerPoint Presentation</vt:lpstr>
      <vt:lpstr>PowerPoint Presentation</vt:lpstr>
      <vt:lpstr>PowerPoint Presentation</vt:lpstr>
      <vt:lpstr>PowerPoint Presentation</vt:lpstr>
      <vt:lpstr>KPI FRAMEWORK FOR EDUCATION / EDTECH WEBSITES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GG</dc:creator>
  <cp:lastModifiedBy>S GG</cp:lastModifiedBy>
  <cp:revision>1</cp:revision>
  <dcterms:created xsi:type="dcterms:W3CDTF">2026-01-27T10:59:45Z</dcterms:created>
  <dcterms:modified xsi:type="dcterms:W3CDTF">2026-02-04T07:12:47Z</dcterms:modified>
</cp:coreProperties>
</file>